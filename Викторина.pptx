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C8E754-D0DB-4C42-B36E-05C5520728FA}" type="doc">
      <dgm:prSet loTypeId="urn:microsoft.com/office/officeart/2005/8/layout/cycle8" loCatId="cycle" qsTypeId="urn:microsoft.com/office/officeart/2005/8/quickstyle/simple1" qsCatId="simple" csTypeId="urn:microsoft.com/office/officeart/2005/8/colors/colorful1" csCatId="colorful" phldr="1"/>
      <dgm:spPr/>
    </dgm:pt>
    <dgm:pt modelId="{FAA13143-C6D3-407B-B8F8-C5B737F6E1B1}">
      <dgm:prSet phldrT="[Текст]"/>
      <dgm:spPr/>
      <dgm:t>
        <a:bodyPr/>
        <a:lstStyle/>
        <a:p>
          <a:r>
            <a:rPr lang="ky-KG" dirty="0" smtClean="0"/>
            <a:t>1</a:t>
          </a:r>
          <a:endParaRPr lang="ru-RU" dirty="0"/>
        </a:p>
      </dgm:t>
    </dgm:pt>
    <dgm:pt modelId="{81A4FEEF-6506-46EE-BDD5-66B5886CF579}" type="parTrans" cxnId="{5940C3FF-9B6E-41F1-A217-500DA80F5FF4}">
      <dgm:prSet/>
      <dgm:spPr/>
      <dgm:t>
        <a:bodyPr/>
        <a:lstStyle/>
        <a:p>
          <a:endParaRPr lang="ru-RU"/>
        </a:p>
      </dgm:t>
    </dgm:pt>
    <dgm:pt modelId="{DE6C4BC5-78CA-417C-8D9D-2CC03E48A9EE}" type="sibTrans" cxnId="{5940C3FF-9B6E-41F1-A217-500DA80F5FF4}">
      <dgm:prSet/>
      <dgm:spPr/>
      <dgm:t>
        <a:bodyPr/>
        <a:lstStyle/>
        <a:p>
          <a:endParaRPr lang="ru-RU"/>
        </a:p>
      </dgm:t>
    </dgm:pt>
    <dgm:pt modelId="{890B5D65-9B71-4971-8FB3-2D6573451A3E}">
      <dgm:prSet phldrT="[Текст]"/>
      <dgm:spPr/>
      <dgm:t>
        <a:bodyPr/>
        <a:lstStyle/>
        <a:p>
          <a:r>
            <a:rPr lang="ky-KG" dirty="0" smtClean="0"/>
            <a:t>4</a:t>
          </a:r>
          <a:endParaRPr lang="ru-RU" dirty="0"/>
        </a:p>
      </dgm:t>
    </dgm:pt>
    <dgm:pt modelId="{29F4BBBE-D746-4D0B-86CC-F0A891D3CD83}" type="parTrans" cxnId="{36D8733F-855B-43E6-BE48-3CF5EA11286D}">
      <dgm:prSet/>
      <dgm:spPr/>
      <dgm:t>
        <a:bodyPr/>
        <a:lstStyle/>
        <a:p>
          <a:endParaRPr lang="ru-RU"/>
        </a:p>
      </dgm:t>
    </dgm:pt>
    <dgm:pt modelId="{119C6163-57CF-44B3-8360-74A897EA18F7}" type="sibTrans" cxnId="{36D8733F-855B-43E6-BE48-3CF5EA11286D}">
      <dgm:prSet/>
      <dgm:spPr/>
      <dgm:t>
        <a:bodyPr/>
        <a:lstStyle/>
        <a:p>
          <a:endParaRPr lang="ru-RU"/>
        </a:p>
      </dgm:t>
    </dgm:pt>
    <dgm:pt modelId="{8CBC135D-3AF2-44BE-9DDA-E5149C82956B}">
      <dgm:prSet phldrT="[Текст]"/>
      <dgm:spPr/>
      <dgm:t>
        <a:bodyPr/>
        <a:lstStyle/>
        <a:p>
          <a:r>
            <a:rPr lang="ky-KG" dirty="0" smtClean="0"/>
            <a:t>5</a:t>
          </a:r>
        </a:p>
      </dgm:t>
    </dgm:pt>
    <dgm:pt modelId="{4A9CFBD8-9F80-4274-A340-766B04F5DC30}" type="parTrans" cxnId="{C5594B16-CA57-4994-BF17-2086ECA92DB8}">
      <dgm:prSet/>
      <dgm:spPr/>
      <dgm:t>
        <a:bodyPr/>
        <a:lstStyle/>
        <a:p>
          <a:endParaRPr lang="ru-RU"/>
        </a:p>
      </dgm:t>
    </dgm:pt>
    <dgm:pt modelId="{137C336C-3081-46F0-8452-5FBCE9964189}" type="sibTrans" cxnId="{C5594B16-CA57-4994-BF17-2086ECA92DB8}">
      <dgm:prSet/>
      <dgm:spPr/>
      <dgm:t>
        <a:bodyPr/>
        <a:lstStyle/>
        <a:p>
          <a:endParaRPr lang="ru-RU"/>
        </a:p>
      </dgm:t>
    </dgm:pt>
    <dgm:pt modelId="{EB0817B4-4050-4244-A637-5429A64F2DC5}">
      <dgm:prSet/>
      <dgm:spPr/>
      <dgm:t>
        <a:bodyPr/>
        <a:lstStyle/>
        <a:p>
          <a:r>
            <a:rPr lang="ky-KG" dirty="0" smtClean="0"/>
            <a:t>6</a:t>
          </a:r>
          <a:endParaRPr lang="ru-RU" dirty="0"/>
        </a:p>
      </dgm:t>
    </dgm:pt>
    <dgm:pt modelId="{F0DD8B72-C414-497E-A61E-C840C7433440}" type="parTrans" cxnId="{3F1D84D0-AA68-48DC-8586-EA720775819C}">
      <dgm:prSet/>
      <dgm:spPr/>
      <dgm:t>
        <a:bodyPr/>
        <a:lstStyle/>
        <a:p>
          <a:endParaRPr lang="ru-RU"/>
        </a:p>
      </dgm:t>
    </dgm:pt>
    <dgm:pt modelId="{B0D08231-DB1C-4CC8-800F-596ADFC4D3D5}" type="sibTrans" cxnId="{3F1D84D0-AA68-48DC-8586-EA720775819C}">
      <dgm:prSet/>
      <dgm:spPr/>
      <dgm:t>
        <a:bodyPr/>
        <a:lstStyle/>
        <a:p>
          <a:endParaRPr lang="ru-RU"/>
        </a:p>
      </dgm:t>
    </dgm:pt>
    <dgm:pt modelId="{DD4CD1A8-422E-4940-B73A-FAD1152658F9}">
      <dgm:prSet/>
      <dgm:spPr/>
      <dgm:t>
        <a:bodyPr/>
        <a:lstStyle/>
        <a:p>
          <a:r>
            <a:rPr lang="ky-KG" baseline="0" dirty="0" smtClean="0"/>
            <a:t>3</a:t>
          </a:r>
          <a:endParaRPr lang="ru-RU" baseline="0" dirty="0"/>
        </a:p>
      </dgm:t>
    </dgm:pt>
    <dgm:pt modelId="{526E2EDF-3BED-4158-BA32-BD2F4A95BE18}" type="parTrans" cxnId="{07269867-4593-4786-BC7A-643268CB85D5}">
      <dgm:prSet/>
      <dgm:spPr/>
      <dgm:t>
        <a:bodyPr/>
        <a:lstStyle/>
        <a:p>
          <a:endParaRPr lang="ru-RU"/>
        </a:p>
      </dgm:t>
    </dgm:pt>
    <dgm:pt modelId="{DC9BDBCB-4C30-4217-B18B-6F677B50ADB3}" type="sibTrans" cxnId="{07269867-4593-4786-BC7A-643268CB85D5}">
      <dgm:prSet/>
      <dgm:spPr/>
      <dgm:t>
        <a:bodyPr/>
        <a:lstStyle/>
        <a:p>
          <a:endParaRPr lang="ru-RU"/>
        </a:p>
      </dgm:t>
    </dgm:pt>
    <dgm:pt modelId="{C6DE33F0-3D34-4D64-9B5D-4EAB7A026A8D}">
      <dgm:prSet/>
      <dgm:spPr/>
      <dgm:t>
        <a:bodyPr/>
        <a:lstStyle/>
        <a:p>
          <a:r>
            <a:rPr lang="ky-KG" dirty="0" smtClean="0"/>
            <a:t>2</a:t>
          </a:r>
          <a:endParaRPr lang="ru-RU" dirty="0"/>
        </a:p>
      </dgm:t>
    </dgm:pt>
    <dgm:pt modelId="{B0F3FBD2-4D28-4CC4-8491-1C6D301B170D}" type="parTrans" cxnId="{2BF56B55-5AB8-4ABC-A57F-DD4FC123F667}">
      <dgm:prSet/>
      <dgm:spPr/>
      <dgm:t>
        <a:bodyPr/>
        <a:lstStyle/>
        <a:p>
          <a:endParaRPr lang="ru-RU"/>
        </a:p>
      </dgm:t>
    </dgm:pt>
    <dgm:pt modelId="{EA6B3F27-2365-4E48-AE50-AB6223995895}" type="sibTrans" cxnId="{2BF56B55-5AB8-4ABC-A57F-DD4FC123F667}">
      <dgm:prSet/>
      <dgm:spPr/>
      <dgm:t>
        <a:bodyPr/>
        <a:lstStyle/>
        <a:p>
          <a:endParaRPr lang="ru-RU"/>
        </a:p>
      </dgm:t>
    </dgm:pt>
    <dgm:pt modelId="{76755CF6-3183-4EBA-929F-AA84BEEC0896}" type="pres">
      <dgm:prSet presAssocID="{0FC8E754-D0DB-4C42-B36E-05C5520728FA}" presName="compositeShape" presStyleCnt="0">
        <dgm:presLayoutVars>
          <dgm:chMax val="7"/>
          <dgm:dir/>
          <dgm:resizeHandles val="exact"/>
        </dgm:presLayoutVars>
      </dgm:prSet>
      <dgm:spPr/>
    </dgm:pt>
    <dgm:pt modelId="{8087223A-8038-4453-B8A2-D4BF8306900F}" type="pres">
      <dgm:prSet presAssocID="{0FC8E754-D0DB-4C42-B36E-05C5520728FA}" presName="wedge1" presStyleLbl="node1" presStyleIdx="0" presStyleCnt="6"/>
      <dgm:spPr/>
    </dgm:pt>
    <dgm:pt modelId="{7F31B6C9-4E78-4C32-A5AE-7369FE41D295}" type="pres">
      <dgm:prSet presAssocID="{0FC8E754-D0DB-4C42-B36E-05C5520728FA}" presName="dummy1a" presStyleCnt="0"/>
      <dgm:spPr/>
    </dgm:pt>
    <dgm:pt modelId="{82AE3FC9-3309-4B08-B234-8174571E0F09}" type="pres">
      <dgm:prSet presAssocID="{0FC8E754-D0DB-4C42-B36E-05C5520728FA}" presName="dummy1b" presStyleCnt="0"/>
      <dgm:spPr/>
    </dgm:pt>
    <dgm:pt modelId="{6322EA5B-EA7C-45E2-ABAA-4C40F8C0B5CD}" type="pres">
      <dgm:prSet presAssocID="{0FC8E754-D0DB-4C42-B36E-05C5520728FA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5372AB5-57A8-4123-A5B1-D51FD302D93A}" type="pres">
      <dgm:prSet presAssocID="{0FC8E754-D0DB-4C42-B36E-05C5520728FA}" presName="wedge2" presStyleLbl="node1" presStyleIdx="1" presStyleCnt="6"/>
      <dgm:spPr/>
    </dgm:pt>
    <dgm:pt modelId="{A5BA918F-B5E4-41ED-B3CE-E7CFB3EFCFD4}" type="pres">
      <dgm:prSet presAssocID="{0FC8E754-D0DB-4C42-B36E-05C5520728FA}" presName="dummy2a" presStyleCnt="0"/>
      <dgm:spPr/>
    </dgm:pt>
    <dgm:pt modelId="{9DA82A8D-941C-408F-9F00-51843A540F0D}" type="pres">
      <dgm:prSet presAssocID="{0FC8E754-D0DB-4C42-B36E-05C5520728FA}" presName="dummy2b" presStyleCnt="0"/>
      <dgm:spPr/>
    </dgm:pt>
    <dgm:pt modelId="{6267AC6A-A1A0-451A-A6BF-03ABF23F50CB}" type="pres">
      <dgm:prSet presAssocID="{0FC8E754-D0DB-4C42-B36E-05C5520728FA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887371F0-53F2-427D-9A3E-284F27173F8F}" type="pres">
      <dgm:prSet presAssocID="{0FC8E754-D0DB-4C42-B36E-05C5520728FA}" presName="wedge3" presStyleLbl="node1" presStyleIdx="2" presStyleCnt="6" custLinFactNeighborY="283"/>
      <dgm:spPr/>
    </dgm:pt>
    <dgm:pt modelId="{A45B09F2-20C9-4318-877C-39521B3CBF97}" type="pres">
      <dgm:prSet presAssocID="{0FC8E754-D0DB-4C42-B36E-05C5520728FA}" presName="dummy3a" presStyleCnt="0"/>
      <dgm:spPr/>
    </dgm:pt>
    <dgm:pt modelId="{227A7F56-509B-495A-834A-50ADA0790A1C}" type="pres">
      <dgm:prSet presAssocID="{0FC8E754-D0DB-4C42-B36E-05C5520728FA}" presName="dummy3b" presStyleCnt="0"/>
      <dgm:spPr/>
    </dgm:pt>
    <dgm:pt modelId="{C23D5B59-5182-4E40-A2CF-06A872D2477F}" type="pres">
      <dgm:prSet presAssocID="{0FC8E754-D0DB-4C42-B36E-05C5520728FA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6FFDB4C-3D42-465A-90E0-F992008C534F}" type="pres">
      <dgm:prSet presAssocID="{0FC8E754-D0DB-4C42-B36E-05C5520728FA}" presName="wedge4" presStyleLbl="node1" presStyleIdx="3" presStyleCnt="6"/>
      <dgm:spPr/>
      <dgm:t>
        <a:bodyPr/>
        <a:lstStyle/>
        <a:p>
          <a:endParaRPr lang="ru-RU"/>
        </a:p>
      </dgm:t>
    </dgm:pt>
    <dgm:pt modelId="{94B5C6CD-C33C-4B4E-8734-6A86ACAB6285}" type="pres">
      <dgm:prSet presAssocID="{0FC8E754-D0DB-4C42-B36E-05C5520728FA}" presName="dummy4a" presStyleCnt="0"/>
      <dgm:spPr/>
    </dgm:pt>
    <dgm:pt modelId="{1CCB71AF-3CB7-4DBD-97C8-818E46B3C67E}" type="pres">
      <dgm:prSet presAssocID="{0FC8E754-D0DB-4C42-B36E-05C5520728FA}" presName="dummy4b" presStyleCnt="0"/>
      <dgm:spPr/>
    </dgm:pt>
    <dgm:pt modelId="{3CF99AF7-5110-4719-8252-3E1C24AAAF95}" type="pres">
      <dgm:prSet presAssocID="{0FC8E754-D0DB-4C42-B36E-05C5520728FA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490200-F652-4119-BC90-E3128AB42653}" type="pres">
      <dgm:prSet presAssocID="{0FC8E754-D0DB-4C42-B36E-05C5520728FA}" presName="wedge5" presStyleLbl="node1" presStyleIdx="4" presStyleCnt="6"/>
      <dgm:spPr/>
      <dgm:t>
        <a:bodyPr/>
        <a:lstStyle/>
        <a:p>
          <a:endParaRPr lang="ru-RU"/>
        </a:p>
      </dgm:t>
    </dgm:pt>
    <dgm:pt modelId="{4038A806-7A22-4695-A47C-EBDF96ED2808}" type="pres">
      <dgm:prSet presAssocID="{0FC8E754-D0DB-4C42-B36E-05C5520728FA}" presName="dummy5a" presStyleCnt="0"/>
      <dgm:spPr/>
    </dgm:pt>
    <dgm:pt modelId="{BC7397BC-B946-4639-A033-C16692156DC5}" type="pres">
      <dgm:prSet presAssocID="{0FC8E754-D0DB-4C42-B36E-05C5520728FA}" presName="dummy5b" presStyleCnt="0"/>
      <dgm:spPr/>
    </dgm:pt>
    <dgm:pt modelId="{45B3FBD3-67DA-4640-A3F2-A847C97BA997}" type="pres">
      <dgm:prSet presAssocID="{0FC8E754-D0DB-4C42-B36E-05C5520728FA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45DCA46-2634-4CDF-8FA3-5F1C72D7DAB2}" type="pres">
      <dgm:prSet presAssocID="{0FC8E754-D0DB-4C42-B36E-05C5520728FA}" presName="wedge6" presStyleLbl="node1" presStyleIdx="5" presStyleCnt="6"/>
      <dgm:spPr/>
    </dgm:pt>
    <dgm:pt modelId="{C505073C-3521-483E-A07B-EFA622A83F35}" type="pres">
      <dgm:prSet presAssocID="{0FC8E754-D0DB-4C42-B36E-05C5520728FA}" presName="dummy6a" presStyleCnt="0"/>
      <dgm:spPr/>
    </dgm:pt>
    <dgm:pt modelId="{1B0D4FC1-7EB6-4878-8348-8BBC80979748}" type="pres">
      <dgm:prSet presAssocID="{0FC8E754-D0DB-4C42-B36E-05C5520728FA}" presName="dummy6b" presStyleCnt="0"/>
      <dgm:spPr/>
    </dgm:pt>
    <dgm:pt modelId="{1DE4FB6B-0164-4120-AD3F-8076197ED45C}" type="pres">
      <dgm:prSet presAssocID="{0FC8E754-D0DB-4C42-B36E-05C5520728FA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</dgm:pt>
    <dgm:pt modelId="{F19E306E-EA0A-4E69-BB64-4BCDD2A33C1E}" type="pres">
      <dgm:prSet presAssocID="{DE6C4BC5-78CA-417C-8D9D-2CC03E48A9EE}" presName="arrowWedge1" presStyleLbl="fgSibTrans2D1" presStyleIdx="0" presStyleCnt="6"/>
      <dgm:spPr/>
    </dgm:pt>
    <dgm:pt modelId="{D1F98934-6173-447D-BC52-38D9B3D596B3}" type="pres">
      <dgm:prSet presAssocID="{EA6B3F27-2365-4E48-AE50-AB6223995895}" presName="arrowWedge2" presStyleLbl="fgSibTrans2D1" presStyleIdx="1" presStyleCnt="6"/>
      <dgm:spPr/>
    </dgm:pt>
    <dgm:pt modelId="{A199CC8C-7B55-485B-8D40-EC0E6315EAEA}" type="pres">
      <dgm:prSet presAssocID="{DC9BDBCB-4C30-4217-B18B-6F677B50ADB3}" presName="arrowWedge3" presStyleLbl="fgSibTrans2D1" presStyleIdx="2" presStyleCnt="6"/>
      <dgm:spPr/>
    </dgm:pt>
    <dgm:pt modelId="{CA7005BD-3A48-4201-8B26-6920238B7430}" type="pres">
      <dgm:prSet presAssocID="{119C6163-57CF-44B3-8360-74A897EA18F7}" presName="arrowWedge4" presStyleLbl="fgSibTrans2D1" presStyleIdx="3" presStyleCnt="6"/>
      <dgm:spPr/>
    </dgm:pt>
    <dgm:pt modelId="{17B0097E-FF09-4644-82FA-86F03012EBAC}" type="pres">
      <dgm:prSet presAssocID="{137C336C-3081-46F0-8452-5FBCE9964189}" presName="arrowWedge5" presStyleLbl="fgSibTrans2D1" presStyleIdx="4" presStyleCnt="6"/>
      <dgm:spPr/>
    </dgm:pt>
    <dgm:pt modelId="{79881560-0AE2-4975-9A58-F284F01488A0}" type="pres">
      <dgm:prSet presAssocID="{B0D08231-DB1C-4CC8-800F-596ADFC4D3D5}" presName="arrowWedge6" presStyleLbl="fgSibTrans2D1" presStyleIdx="5" presStyleCnt="6"/>
      <dgm:spPr/>
    </dgm:pt>
  </dgm:ptLst>
  <dgm:cxnLst>
    <dgm:cxn modelId="{50734BEB-64C5-48EA-8F98-95CF92274EC0}" type="presOf" srcId="{8CBC135D-3AF2-44BE-9DDA-E5149C82956B}" destId="{45B3FBD3-67DA-4640-A3F2-A847C97BA997}" srcOrd="1" destOrd="0" presId="urn:microsoft.com/office/officeart/2005/8/layout/cycle8"/>
    <dgm:cxn modelId="{BAE06DD7-7952-4448-9503-78400399B30F}" type="presOf" srcId="{0FC8E754-D0DB-4C42-B36E-05C5520728FA}" destId="{76755CF6-3183-4EBA-929F-AA84BEEC0896}" srcOrd="0" destOrd="0" presId="urn:microsoft.com/office/officeart/2005/8/layout/cycle8"/>
    <dgm:cxn modelId="{51EED9C7-7ACE-434F-A319-CB89570A8DC5}" type="presOf" srcId="{EB0817B4-4050-4244-A637-5429A64F2DC5}" destId="{1DE4FB6B-0164-4120-AD3F-8076197ED45C}" srcOrd="1" destOrd="0" presId="urn:microsoft.com/office/officeart/2005/8/layout/cycle8"/>
    <dgm:cxn modelId="{E9C4D879-8EC3-4BD6-A25D-E85338F4C297}" type="presOf" srcId="{DD4CD1A8-422E-4940-B73A-FAD1152658F9}" destId="{C23D5B59-5182-4E40-A2CF-06A872D2477F}" srcOrd="1" destOrd="0" presId="urn:microsoft.com/office/officeart/2005/8/layout/cycle8"/>
    <dgm:cxn modelId="{89ADAFD6-2277-41AF-9D18-B9DF8DCA87B7}" type="presOf" srcId="{C6DE33F0-3D34-4D64-9B5D-4EAB7A026A8D}" destId="{6267AC6A-A1A0-451A-A6BF-03ABF23F50CB}" srcOrd="1" destOrd="0" presId="urn:microsoft.com/office/officeart/2005/8/layout/cycle8"/>
    <dgm:cxn modelId="{C5594B16-CA57-4994-BF17-2086ECA92DB8}" srcId="{0FC8E754-D0DB-4C42-B36E-05C5520728FA}" destId="{8CBC135D-3AF2-44BE-9DDA-E5149C82956B}" srcOrd="4" destOrd="0" parTransId="{4A9CFBD8-9F80-4274-A340-766B04F5DC30}" sibTransId="{137C336C-3081-46F0-8452-5FBCE9964189}"/>
    <dgm:cxn modelId="{D93617BF-BB1C-4008-8455-51EA6B8471E6}" type="presOf" srcId="{FAA13143-C6D3-407B-B8F8-C5B737F6E1B1}" destId="{8087223A-8038-4453-B8A2-D4BF8306900F}" srcOrd="0" destOrd="0" presId="urn:microsoft.com/office/officeart/2005/8/layout/cycle8"/>
    <dgm:cxn modelId="{E8265C29-9DAC-40D3-A279-406121341633}" type="presOf" srcId="{FAA13143-C6D3-407B-B8F8-C5B737F6E1B1}" destId="{6322EA5B-EA7C-45E2-ABAA-4C40F8C0B5CD}" srcOrd="1" destOrd="0" presId="urn:microsoft.com/office/officeart/2005/8/layout/cycle8"/>
    <dgm:cxn modelId="{07269867-4593-4786-BC7A-643268CB85D5}" srcId="{0FC8E754-D0DB-4C42-B36E-05C5520728FA}" destId="{DD4CD1A8-422E-4940-B73A-FAD1152658F9}" srcOrd="2" destOrd="0" parTransId="{526E2EDF-3BED-4158-BA32-BD2F4A95BE18}" sibTransId="{DC9BDBCB-4C30-4217-B18B-6F677B50ADB3}"/>
    <dgm:cxn modelId="{36D8733F-855B-43E6-BE48-3CF5EA11286D}" srcId="{0FC8E754-D0DB-4C42-B36E-05C5520728FA}" destId="{890B5D65-9B71-4971-8FB3-2D6573451A3E}" srcOrd="3" destOrd="0" parTransId="{29F4BBBE-D746-4D0B-86CC-F0A891D3CD83}" sibTransId="{119C6163-57CF-44B3-8360-74A897EA18F7}"/>
    <dgm:cxn modelId="{C73847CF-427F-4641-9055-CCE669D87E8A}" type="presOf" srcId="{C6DE33F0-3D34-4D64-9B5D-4EAB7A026A8D}" destId="{75372AB5-57A8-4123-A5B1-D51FD302D93A}" srcOrd="0" destOrd="0" presId="urn:microsoft.com/office/officeart/2005/8/layout/cycle8"/>
    <dgm:cxn modelId="{5940C3FF-9B6E-41F1-A217-500DA80F5FF4}" srcId="{0FC8E754-D0DB-4C42-B36E-05C5520728FA}" destId="{FAA13143-C6D3-407B-B8F8-C5B737F6E1B1}" srcOrd="0" destOrd="0" parTransId="{81A4FEEF-6506-46EE-BDD5-66B5886CF579}" sibTransId="{DE6C4BC5-78CA-417C-8D9D-2CC03E48A9EE}"/>
    <dgm:cxn modelId="{DFA6506C-3C8F-4411-B7F6-B2A5C0D4FD4A}" type="presOf" srcId="{DD4CD1A8-422E-4940-B73A-FAD1152658F9}" destId="{887371F0-53F2-427D-9A3E-284F27173F8F}" srcOrd="0" destOrd="0" presId="urn:microsoft.com/office/officeart/2005/8/layout/cycle8"/>
    <dgm:cxn modelId="{037EC5A0-C4E2-4928-B927-3C06D7B9950F}" type="presOf" srcId="{8CBC135D-3AF2-44BE-9DDA-E5149C82956B}" destId="{2C490200-F652-4119-BC90-E3128AB42653}" srcOrd="0" destOrd="0" presId="urn:microsoft.com/office/officeart/2005/8/layout/cycle8"/>
    <dgm:cxn modelId="{2BF56B55-5AB8-4ABC-A57F-DD4FC123F667}" srcId="{0FC8E754-D0DB-4C42-B36E-05C5520728FA}" destId="{C6DE33F0-3D34-4D64-9B5D-4EAB7A026A8D}" srcOrd="1" destOrd="0" parTransId="{B0F3FBD2-4D28-4CC4-8491-1C6D301B170D}" sibTransId="{EA6B3F27-2365-4E48-AE50-AB6223995895}"/>
    <dgm:cxn modelId="{8ABCC710-E25A-42CE-845D-FCE6B1DD1828}" type="presOf" srcId="{EB0817B4-4050-4244-A637-5429A64F2DC5}" destId="{545DCA46-2634-4CDF-8FA3-5F1C72D7DAB2}" srcOrd="0" destOrd="0" presId="urn:microsoft.com/office/officeart/2005/8/layout/cycle8"/>
    <dgm:cxn modelId="{255A5A87-76EC-4304-9864-7A5F599F7472}" type="presOf" srcId="{890B5D65-9B71-4971-8FB3-2D6573451A3E}" destId="{3CF99AF7-5110-4719-8252-3E1C24AAAF95}" srcOrd="1" destOrd="0" presId="urn:microsoft.com/office/officeart/2005/8/layout/cycle8"/>
    <dgm:cxn modelId="{D1630E8B-91C7-48E1-BF00-4A7BB23C9543}" type="presOf" srcId="{890B5D65-9B71-4971-8FB3-2D6573451A3E}" destId="{96FFDB4C-3D42-465A-90E0-F992008C534F}" srcOrd="0" destOrd="0" presId="urn:microsoft.com/office/officeart/2005/8/layout/cycle8"/>
    <dgm:cxn modelId="{3F1D84D0-AA68-48DC-8586-EA720775819C}" srcId="{0FC8E754-D0DB-4C42-B36E-05C5520728FA}" destId="{EB0817B4-4050-4244-A637-5429A64F2DC5}" srcOrd="5" destOrd="0" parTransId="{F0DD8B72-C414-497E-A61E-C840C7433440}" sibTransId="{B0D08231-DB1C-4CC8-800F-596ADFC4D3D5}"/>
    <dgm:cxn modelId="{DEA326E7-981D-4B80-B4BD-ADD05B936DA9}" type="presParOf" srcId="{76755CF6-3183-4EBA-929F-AA84BEEC0896}" destId="{8087223A-8038-4453-B8A2-D4BF8306900F}" srcOrd="0" destOrd="0" presId="urn:microsoft.com/office/officeart/2005/8/layout/cycle8"/>
    <dgm:cxn modelId="{82323738-722C-49D7-8512-B6AA67709D7D}" type="presParOf" srcId="{76755CF6-3183-4EBA-929F-AA84BEEC0896}" destId="{7F31B6C9-4E78-4C32-A5AE-7369FE41D295}" srcOrd="1" destOrd="0" presId="urn:microsoft.com/office/officeart/2005/8/layout/cycle8"/>
    <dgm:cxn modelId="{1D507BDC-D257-466B-975A-B84A05347CA7}" type="presParOf" srcId="{76755CF6-3183-4EBA-929F-AA84BEEC0896}" destId="{82AE3FC9-3309-4B08-B234-8174571E0F09}" srcOrd="2" destOrd="0" presId="urn:microsoft.com/office/officeart/2005/8/layout/cycle8"/>
    <dgm:cxn modelId="{BA9435A8-8A3E-44EF-A3AD-AA7254385A33}" type="presParOf" srcId="{76755CF6-3183-4EBA-929F-AA84BEEC0896}" destId="{6322EA5B-EA7C-45E2-ABAA-4C40F8C0B5CD}" srcOrd="3" destOrd="0" presId="urn:microsoft.com/office/officeart/2005/8/layout/cycle8"/>
    <dgm:cxn modelId="{BAE85A65-1CFC-4232-867E-195633C7F743}" type="presParOf" srcId="{76755CF6-3183-4EBA-929F-AA84BEEC0896}" destId="{75372AB5-57A8-4123-A5B1-D51FD302D93A}" srcOrd="4" destOrd="0" presId="urn:microsoft.com/office/officeart/2005/8/layout/cycle8"/>
    <dgm:cxn modelId="{999F5039-7B4E-4A10-B3B9-46BB6F07F579}" type="presParOf" srcId="{76755CF6-3183-4EBA-929F-AA84BEEC0896}" destId="{A5BA918F-B5E4-41ED-B3CE-E7CFB3EFCFD4}" srcOrd="5" destOrd="0" presId="urn:microsoft.com/office/officeart/2005/8/layout/cycle8"/>
    <dgm:cxn modelId="{6FB4B751-EA0C-4CBB-998E-B9B1536C768B}" type="presParOf" srcId="{76755CF6-3183-4EBA-929F-AA84BEEC0896}" destId="{9DA82A8D-941C-408F-9F00-51843A540F0D}" srcOrd="6" destOrd="0" presId="urn:microsoft.com/office/officeart/2005/8/layout/cycle8"/>
    <dgm:cxn modelId="{1076D77F-5BA0-4C3D-BEAE-95C34A2D94B5}" type="presParOf" srcId="{76755CF6-3183-4EBA-929F-AA84BEEC0896}" destId="{6267AC6A-A1A0-451A-A6BF-03ABF23F50CB}" srcOrd="7" destOrd="0" presId="urn:microsoft.com/office/officeart/2005/8/layout/cycle8"/>
    <dgm:cxn modelId="{1807EAEC-E34D-40B7-A17F-A26E00E3AF33}" type="presParOf" srcId="{76755CF6-3183-4EBA-929F-AA84BEEC0896}" destId="{887371F0-53F2-427D-9A3E-284F27173F8F}" srcOrd="8" destOrd="0" presId="urn:microsoft.com/office/officeart/2005/8/layout/cycle8"/>
    <dgm:cxn modelId="{709B71C9-2366-431D-9BB5-347466E98221}" type="presParOf" srcId="{76755CF6-3183-4EBA-929F-AA84BEEC0896}" destId="{A45B09F2-20C9-4318-877C-39521B3CBF97}" srcOrd="9" destOrd="0" presId="urn:microsoft.com/office/officeart/2005/8/layout/cycle8"/>
    <dgm:cxn modelId="{9E9DC121-263E-4F8C-8AC3-224621D60DB2}" type="presParOf" srcId="{76755CF6-3183-4EBA-929F-AA84BEEC0896}" destId="{227A7F56-509B-495A-834A-50ADA0790A1C}" srcOrd="10" destOrd="0" presId="urn:microsoft.com/office/officeart/2005/8/layout/cycle8"/>
    <dgm:cxn modelId="{09199116-58BC-4DBF-B658-5A5B0F12FBB0}" type="presParOf" srcId="{76755CF6-3183-4EBA-929F-AA84BEEC0896}" destId="{C23D5B59-5182-4E40-A2CF-06A872D2477F}" srcOrd="11" destOrd="0" presId="urn:microsoft.com/office/officeart/2005/8/layout/cycle8"/>
    <dgm:cxn modelId="{61F9784D-BACF-4E1E-8E93-0EEB71124199}" type="presParOf" srcId="{76755CF6-3183-4EBA-929F-AA84BEEC0896}" destId="{96FFDB4C-3D42-465A-90E0-F992008C534F}" srcOrd="12" destOrd="0" presId="urn:microsoft.com/office/officeart/2005/8/layout/cycle8"/>
    <dgm:cxn modelId="{28C098BE-D432-4D7D-BE95-4BDAC0606C8F}" type="presParOf" srcId="{76755CF6-3183-4EBA-929F-AA84BEEC0896}" destId="{94B5C6CD-C33C-4B4E-8734-6A86ACAB6285}" srcOrd="13" destOrd="0" presId="urn:microsoft.com/office/officeart/2005/8/layout/cycle8"/>
    <dgm:cxn modelId="{585B35F2-BAEF-4DD8-8EB2-7EF71DAF5029}" type="presParOf" srcId="{76755CF6-3183-4EBA-929F-AA84BEEC0896}" destId="{1CCB71AF-3CB7-4DBD-97C8-818E46B3C67E}" srcOrd="14" destOrd="0" presId="urn:microsoft.com/office/officeart/2005/8/layout/cycle8"/>
    <dgm:cxn modelId="{A17FD6EC-B888-464A-97C5-A3C4C5E5AE66}" type="presParOf" srcId="{76755CF6-3183-4EBA-929F-AA84BEEC0896}" destId="{3CF99AF7-5110-4719-8252-3E1C24AAAF95}" srcOrd="15" destOrd="0" presId="urn:microsoft.com/office/officeart/2005/8/layout/cycle8"/>
    <dgm:cxn modelId="{663F2A84-FCBC-4202-8F15-5DD48E27D633}" type="presParOf" srcId="{76755CF6-3183-4EBA-929F-AA84BEEC0896}" destId="{2C490200-F652-4119-BC90-E3128AB42653}" srcOrd="16" destOrd="0" presId="urn:microsoft.com/office/officeart/2005/8/layout/cycle8"/>
    <dgm:cxn modelId="{D43E1004-D9DA-4D96-A962-EF766E5512D5}" type="presParOf" srcId="{76755CF6-3183-4EBA-929F-AA84BEEC0896}" destId="{4038A806-7A22-4695-A47C-EBDF96ED2808}" srcOrd="17" destOrd="0" presId="urn:microsoft.com/office/officeart/2005/8/layout/cycle8"/>
    <dgm:cxn modelId="{97558DC9-34A0-4B58-957E-AE085F2E3B75}" type="presParOf" srcId="{76755CF6-3183-4EBA-929F-AA84BEEC0896}" destId="{BC7397BC-B946-4639-A033-C16692156DC5}" srcOrd="18" destOrd="0" presId="urn:microsoft.com/office/officeart/2005/8/layout/cycle8"/>
    <dgm:cxn modelId="{8656F042-B963-448A-84FE-8ABD6A044CF8}" type="presParOf" srcId="{76755CF6-3183-4EBA-929F-AA84BEEC0896}" destId="{45B3FBD3-67DA-4640-A3F2-A847C97BA997}" srcOrd="19" destOrd="0" presId="urn:microsoft.com/office/officeart/2005/8/layout/cycle8"/>
    <dgm:cxn modelId="{AE573030-1190-4A7C-94FE-940B3CC954B1}" type="presParOf" srcId="{76755CF6-3183-4EBA-929F-AA84BEEC0896}" destId="{545DCA46-2634-4CDF-8FA3-5F1C72D7DAB2}" srcOrd="20" destOrd="0" presId="urn:microsoft.com/office/officeart/2005/8/layout/cycle8"/>
    <dgm:cxn modelId="{CD9487C4-3958-454B-AE6D-7A1AB0BCD0EA}" type="presParOf" srcId="{76755CF6-3183-4EBA-929F-AA84BEEC0896}" destId="{C505073C-3521-483E-A07B-EFA622A83F35}" srcOrd="21" destOrd="0" presId="urn:microsoft.com/office/officeart/2005/8/layout/cycle8"/>
    <dgm:cxn modelId="{942E3CF5-EF5B-469B-9ACC-CD2BCEEB160E}" type="presParOf" srcId="{76755CF6-3183-4EBA-929F-AA84BEEC0896}" destId="{1B0D4FC1-7EB6-4878-8348-8BBC80979748}" srcOrd="22" destOrd="0" presId="urn:microsoft.com/office/officeart/2005/8/layout/cycle8"/>
    <dgm:cxn modelId="{0CD4F824-2095-4470-A494-7066F8D8F739}" type="presParOf" srcId="{76755CF6-3183-4EBA-929F-AA84BEEC0896}" destId="{1DE4FB6B-0164-4120-AD3F-8076197ED45C}" srcOrd="23" destOrd="0" presId="urn:microsoft.com/office/officeart/2005/8/layout/cycle8"/>
    <dgm:cxn modelId="{B850DBF2-C0A4-4E65-A12F-945EAC8A79DF}" type="presParOf" srcId="{76755CF6-3183-4EBA-929F-AA84BEEC0896}" destId="{F19E306E-EA0A-4E69-BB64-4BCDD2A33C1E}" srcOrd="24" destOrd="0" presId="urn:microsoft.com/office/officeart/2005/8/layout/cycle8"/>
    <dgm:cxn modelId="{3162D8BF-9979-4E7A-B46D-B2D8AEF9CB31}" type="presParOf" srcId="{76755CF6-3183-4EBA-929F-AA84BEEC0896}" destId="{D1F98934-6173-447D-BC52-38D9B3D596B3}" srcOrd="25" destOrd="0" presId="urn:microsoft.com/office/officeart/2005/8/layout/cycle8"/>
    <dgm:cxn modelId="{E204BC13-22F7-4357-9294-258224CECE79}" type="presParOf" srcId="{76755CF6-3183-4EBA-929F-AA84BEEC0896}" destId="{A199CC8C-7B55-485B-8D40-EC0E6315EAEA}" srcOrd="26" destOrd="0" presId="urn:microsoft.com/office/officeart/2005/8/layout/cycle8"/>
    <dgm:cxn modelId="{881CA581-2046-4331-8D08-3FB5A0E74E53}" type="presParOf" srcId="{76755CF6-3183-4EBA-929F-AA84BEEC0896}" destId="{CA7005BD-3A48-4201-8B26-6920238B7430}" srcOrd="27" destOrd="0" presId="urn:microsoft.com/office/officeart/2005/8/layout/cycle8"/>
    <dgm:cxn modelId="{FC709310-394C-4BAA-9205-CDA6834B087E}" type="presParOf" srcId="{76755CF6-3183-4EBA-929F-AA84BEEC0896}" destId="{17B0097E-FF09-4644-82FA-86F03012EBAC}" srcOrd="28" destOrd="0" presId="urn:microsoft.com/office/officeart/2005/8/layout/cycle8"/>
    <dgm:cxn modelId="{593BE391-44E8-4348-80D6-E345F963D42A}" type="presParOf" srcId="{76755CF6-3183-4EBA-929F-AA84BEEC0896}" destId="{79881560-0AE2-4975-9A58-F284F01488A0}" srcOrd="2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87223A-8038-4453-B8A2-D4BF8306900F}">
      <dsp:nvSpPr>
        <dsp:cNvPr id="0" name=""/>
        <dsp:cNvSpPr/>
      </dsp:nvSpPr>
      <dsp:spPr>
        <a:xfrm>
          <a:off x="972240" y="290467"/>
          <a:ext cx="4132572" cy="4132572"/>
        </a:xfrm>
        <a:prstGeom prst="pie">
          <a:avLst>
            <a:gd name="adj1" fmla="val 16200000"/>
            <a:gd name="adj2" fmla="val 198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30" tIns="62230" rIns="62230" bIns="62230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y-KG" sz="4900" kern="1200" dirty="0" smtClean="0"/>
            <a:t>1</a:t>
          </a:r>
          <a:endParaRPr lang="ru-RU" sz="4900" kern="1200" dirty="0"/>
        </a:p>
      </dsp:txBody>
      <dsp:txXfrm>
        <a:off x="3136921" y="818353"/>
        <a:ext cx="1082340" cy="836353"/>
      </dsp:txXfrm>
    </dsp:sp>
    <dsp:sp modelId="{75372AB5-57A8-4123-A5B1-D51FD302D93A}">
      <dsp:nvSpPr>
        <dsp:cNvPr id="0" name=""/>
        <dsp:cNvSpPr/>
      </dsp:nvSpPr>
      <dsp:spPr>
        <a:xfrm>
          <a:off x="1021437" y="375578"/>
          <a:ext cx="4132572" cy="4132572"/>
        </a:xfrm>
        <a:prstGeom prst="pie">
          <a:avLst>
            <a:gd name="adj1" fmla="val 19800000"/>
            <a:gd name="adj2" fmla="val 18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30" tIns="62230" rIns="62230" bIns="62230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y-KG" sz="4900" kern="1200" dirty="0" smtClean="0"/>
            <a:t>2</a:t>
          </a:r>
          <a:endParaRPr lang="ru-RU" sz="4900" kern="1200" dirty="0"/>
        </a:p>
      </dsp:txBody>
      <dsp:txXfrm>
        <a:off x="3825683" y="2048286"/>
        <a:ext cx="1131537" cy="811755"/>
      </dsp:txXfrm>
    </dsp:sp>
    <dsp:sp modelId="{887371F0-53F2-427D-9A3E-284F27173F8F}">
      <dsp:nvSpPr>
        <dsp:cNvPr id="0" name=""/>
        <dsp:cNvSpPr/>
      </dsp:nvSpPr>
      <dsp:spPr>
        <a:xfrm>
          <a:off x="972240" y="472384"/>
          <a:ext cx="4132572" cy="4132572"/>
        </a:xfrm>
        <a:prstGeom prst="pie">
          <a:avLst>
            <a:gd name="adj1" fmla="val 1800000"/>
            <a:gd name="adj2" fmla="val 54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30" tIns="62230" rIns="62230" bIns="62230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y-KG" sz="4900" kern="1200" baseline="0" dirty="0" smtClean="0"/>
            <a:t>3</a:t>
          </a:r>
          <a:endParaRPr lang="ru-RU" sz="4900" kern="1200" baseline="0" dirty="0"/>
        </a:p>
      </dsp:txBody>
      <dsp:txXfrm>
        <a:off x="3136921" y="3265314"/>
        <a:ext cx="1082340" cy="836353"/>
      </dsp:txXfrm>
    </dsp:sp>
    <dsp:sp modelId="{96FFDB4C-3D42-465A-90E0-F992008C534F}">
      <dsp:nvSpPr>
        <dsp:cNvPr id="0" name=""/>
        <dsp:cNvSpPr/>
      </dsp:nvSpPr>
      <dsp:spPr>
        <a:xfrm>
          <a:off x="873846" y="460689"/>
          <a:ext cx="4132572" cy="4132572"/>
        </a:xfrm>
        <a:prstGeom prst="pie">
          <a:avLst>
            <a:gd name="adj1" fmla="val 5400000"/>
            <a:gd name="adj2" fmla="val 90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30" tIns="62230" rIns="62230" bIns="62230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y-KG" sz="4900" kern="1200" dirty="0" smtClean="0"/>
            <a:t>4</a:t>
          </a:r>
          <a:endParaRPr lang="ru-RU" sz="4900" kern="1200" dirty="0"/>
        </a:p>
      </dsp:txBody>
      <dsp:txXfrm>
        <a:off x="1759397" y="3253619"/>
        <a:ext cx="1082340" cy="836353"/>
      </dsp:txXfrm>
    </dsp:sp>
    <dsp:sp modelId="{2C490200-F652-4119-BC90-E3128AB42653}">
      <dsp:nvSpPr>
        <dsp:cNvPr id="0" name=""/>
        <dsp:cNvSpPr/>
      </dsp:nvSpPr>
      <dsp:spPr>
        <a:xfrm>
          <a:off x="824648" y="375578"/>
          <a:ext cx="4132572" cy="4132572"/>
        </a:xfrm>
        <a:prstGeom prst="pie">
          <a:avLst>
            <a:gd name="adj1" fmla="val 9000000"/>
            <a:gd name="adj2" fmla="val 126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30" tIns="62230" rIns="62230" bIns="62230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y-KG" sz="4900" kern="1200" dirty="0" smtClean="0"/>
            <a:t>5</a:t>
          </a:r>
        </a:p>
      </dsp:txBody>
      <dsp:txXfrm>
        <a:off x="1021437" y="2048286"/>
        <a:ext cx="1131537" cy="811755"/>
      </dsp:txXfrm>
    </dsp:sp>
    <dsp:sp modelId="{545DCA46-2634-4CDF-8FA3-5F1C72D7DAB2}">
      <dsp:nvSpPr>
        <dsp:cNvPr id="0" name=""/>
        <dsp:cNvSpPr/>
      </dsp:nvSpPr>
      <dsp:spPr>
        <a:xfrm>
          <a:off x="873846" y="290467"/>
          <a:ext cx="4132572" cy="4132572"/>
        </a:xfrm>
        <a:prstGeom prst="pie">
          <a:avLst>
            <a:gd name="adj1" fmla="val 12600000"/>
            <a:gd name="adj2" fmla="val 162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30" tIns="62230" rIns="62230" bIns="62230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y-KG" sz="4900" kern="1200" dirty="0" smtClean="0"/>
            <a:t>6</a:t>
          </a:r>
          <a:endParaRPr lang="ru-RU" sz="4900" kern="1200" dirty="0"/>
        </a:p>
      </dsp:txBody>
      <dsp:txXfrm>
        <a:off x="1759397" y="818353"/>
        <a:ext cx="1082340" cy="836353"/>
      </dsp:txXfrm>
    </dsp:sp>
    <dsp:sp modelId="{F19E306E-EA0A-4E69-BB64-4BCDD2A33C1E}">
      <dsp:nvSpPr>
        <dsp:cNvPr id="0" name=""/>
        <dsp:cNvSpPr/>
      </dsp:nvSpPr>
      <dsp:spPr>
        <a:xfrm>
          <a:off x="716263" y="34641"/>
          <a:ext cx="4644224" cy="4644224"/>
        </a:xfrm>
        <a:prstGeom prst="circularArrow">
          <a:avLst>
            <a:gd name="adj1" fmla="val 5085"/>
            <a:gd name="adj2" fmla="val 327528"/>
            <a:gd name="adj3" fmla="val 19472472"/>
            <a:gd name="adj4" fmla="val 16200251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F98934-6173-447D-BC52-38D9B3D596B3}">
      <dsp:nvSpPr>
        <dsp:cNvPr id="0" name=""/>
        <dsp:cNvSpPr/>
      </dsp:nvSpPr>
      <dsp:spPr>
        <a:xfrm>
          <a:off x="765461" y="119752"/>
          <a:ext cx="4644224" cy="4644224"/>
        </a:xfrm>
        <a:prstGeom prst="circularArrow">
          <a:avLst>
            <a:gd name="adj1" fmla="val 5085"/>
            <a:gd name="adj2" fmla="val 327528"/>
            <a:gd name="adj3" fmla="val 1472472"/>
            <a:gd name="adj4" fmla="val 19800000"/>
            <a:gd name="adj5" fmla="val 5932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9CC8C-7B55-485B-8D40-EC0E6315EAEA}">
      <dsp:nvSpPr>
        <dsp:cNvPr id="0" name=""/>
        <dsp:cNvSpPr/>
      </dsp:nvSpPr>
      <dsp:spPr>
        <a:xfrm>
          <a:off x="716263" y="216558"/>
          <a:ext cx="4644224" cy="4644224"/>
        </a:xfrm>
        <a:prstGeom prst="circularArrow">
          <a:avLst>
            <a:gd name="adj1" fmla="val 5085"/>
            <a:gd name="adj2" fmla="val 327528"/>
            <a:gd name="adj3" fmla="val 5072221"/>
            <a:gd name="adj4" fmla="val 1800000"/>
            <a:gd name="adj5" fmla="val 593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7005BD-3A48-4201-8B26-6920238B7430}">
      <dsp:nvSpPr>
        <dsp:cNvPr id="0" name=""/>
        <dsp:cNvSpPr/>
      </dsp:nvSpPr>
      <dsp:spPr>
        <a:xfrm>
          <a:off x="618171" y="204863"/>
          <a:ext cx="4644224" cy="4644224"/>
        </a:xfrm>
        <a:prstGeom prst="circularArrow">
          <a:avLst>
            <a:gd name="adj1" fmla="val 5085"/>
            <a:gd name="adj2" fmla="val 327528"/>
            <a:gd name="adj3" fmla="val 8672472"/>
            <a:gd name="adj4" fmla="val 5400251"/>
            <a:gd name="adj5" fmla="val 5932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0097E-FF09-4644-82FA-86F03012EBAC}">
      <dsp:nvSpPr>
        <dsp:cNvPr id="0" name=""/>
        <dsp:cNvSpPr/>
      </dsp:nvSpPr>
      <dsp:spPr>
        <a:xfrm>
          <a:off x="568973" y="119752"/>
          <a:ext cx="4644224" cy="4644224"/>
        </a:xfrm>
        <a:prstGeom prst="circularArrow">
          <a:avLst>
            <a:gd name="adj1" fmla="val 5085"/>
            <a:gd name="adj2" fmla="val 327528"/>
            <a:gd name="adj3" fmla="val 12272472"/>
            <a:gd name="adj4" fmla="val 9000000"/>
            <a:gd name="adj5" fmla="val 5932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881560-0AE2-4975-9A58-F284F01488A0}">
      <dsp:nvSpPr>
        <dsp:cNvPr id="0" name=""/>
        <dsp:cNvSpPr/>
      </dsp:nvSpPr>
      <dsp:spPr>
        <a:xfrm>
          <a:off x="618171" y="34641"/>
          <a:ext cx="4644224" cy="4644224"/>
        </a:xfrm>
        <a:prstGeom prst="circularArrow">
          <a:avLst>
            <a:gd name="adj1" fmla="val 5085"/>
            <a:gd name="adj2" fmla="val 327528"/>
            <a:gd name="adj3" fmla="val 15872221"/>
            <a:gd name="adj4" fmla="val 12600000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3571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412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8276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49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984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931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80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6867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37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406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865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2689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7891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790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107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23989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3383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EF2A4B8-83CD-4F0B-A521-5BD313BA867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DEBCF-E0D7-41FD-9BE2-C912E6FEE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5505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Лента лицом вниз 1"/>
          <p:cNvSpPr/>
          <p:nvPr/>
        </p:nvSpPr>
        <p:spPr>
          <a:xfrm>
            <a:off x="0" y="193183"/>
            <a:ext cx="12192000" cy="2189409"/>
          </a:xfrm>
          <a:prstGeom prst="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200" b="1" i="1" dirty="0" smtClean="0"/>
              <a:t>ВИКТОРИНА</a:t>
            </a:r>
            <a:endParaRPr lang="ru-RU" sz="7200" b="1" i="1" dirty="0"/>
          </a:p>
        </p:txBody>
      </p:sp>
      <p:sp>
        <p:nvSpPr>
          <p:cNvPr id="3" name="Облако 2"/>
          <p:cNvSpPr/>
          <p:nvPr/>
        </p:nvSpPr>
        <p:spPr>
          <a:xfrm>
            <a:off x="1146219" y="2485623"/>
            <a:ext cx="9594761" cy="3039414"/>
          </a:xfrm>
          <a:prstGeom prst="cloud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b="1" i="1" dirty="0" err="1" smtClean="0">
                <a:solidFill>
                  <a:srgbClr val="0070C0"/>
                </a:solidFill>
              </a:rPr>
              <a:t>Тема:О</a:t>
            </a:r>
            <a:r>
              <a:rPr lang="ru-RU" sz="4400" b="1" i="1" dirty="0" smtClean="0">
                <a:solidFill>
                  <a:srgbClr val="0070C0"/>
                </a:solidFill>
              </a:rPr>
              <a:t> чём мы мечтаем</a:t>
            </a:r>
            <a:endParaRPr lang="ru-RU" sz="4400" b="1" i="1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2406" y="5692462"/>
            <a:ext cx="10187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i="1" dirty="0" smtClean="0">
                <a:solidFill>
                  <a:srgbClr val="FF0000"/>
                </a:solidFill>
              </a:rPr>
              <a:t>ПОДГОТОВИЛА:НУРДИНОВА ЖЫРГАЛ</a:t>
            </a:r>
            <a:endParaRPr lang="ru-RU" sz="4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182630703"/>
              </p:ext>
            </p:extLst>
          </p:nvPr>
        </p:nvGraphicFramePr>
        <p:xfrm>
          <a:off x="-432874" y="776554"/>
          <a:ext cx="5978659" cy="49197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Стрелка вправо 2"/>
          <p:cNvSpPr/>
          <p:nvPr/>
        </p:nvSpPr>
        <p:spPr>
          <a:xfrm>
            <a:off x="1326524" y="5409126"/>
            <a:ext cx="2459865" cy="13394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435994" y="5786438"/>
            <a:ext cx="22409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3200" b="1" i="1" dirty="0" smtClean="0">
                <a:solidFill>
                  <a:srgbClr val="0070C0"/>
                </a:solidFill>
              </a:rPr>
              <a:t>Крутить</a:t>
            </a:r>
            <a:endParaRPr lang="ru-RU" sz="3200" b="1" i="1" dirty="0">
              <a:solidFill>
                <a:srgbClr val="0070C0"/>
              </a:solidFill>
            </a:endParaRPr>
          </a:p>
        </p:txBody>
      </p:sp>
      <p:sp>
        <p:nvSpPr>
          <p:cNvPr id="6" name="Равнобедренный треугольник 5"/>
          <p:cNvSpPr/>
          <p:nvPr/>
        </p:nvSpPr>
        <p:spPr>
          <a:xfrm rot="10800000">
            <a:off x="2215164" y="115908"/>
            <a:ext cx="824249" cy="682581"/>
          </a:xfrm>
          <a:prstGeom prst="triangl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141842" y="1411352"/>
            <a:ext cx="2213113" cy="1908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5141841" y="1411352"/>
            <a:ext cx="21601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3200" b="1" i="1" dirty="0" smtClean="0"/>
              <a:t>Первая мечта девочки</a:t>
            </a:r>
            <a:r>
              <a:rPr lang="en-US" sz="3200" b="1" i="1" dirty="0" smtClean="0"/>
              <a:t>?</a:t>
            </a:r>
            <a:endParaRPr lang="ru-RU" sz="3200" b="1" i="1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7474224" y="1411353"/>
            <a:ext cx="2213113" cy="1908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dirty="0" smtClean="0"/>
              <a:t>Почему она мечтает о короне</a:t>
            </a:r>
            <a:r>
              <a:rPr lang="en-US" sz="2400" b="1" dirty="0" smtClean="0"/>
              <a:t>?</a:t>
            </a:r>
            <a:endParaRPr lang="ru-RU" sz="2400" b="1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9833112" y="1411352"/>
            <a:ext cx="2213113" cy="1908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dirty="0" smtClean="0"/>
              <a:t>Почему она мечтает о слоне</a:t>
            </a:r>
            <a:r>
              <a:rPr lang="en-US" sz="2400" b="1" dirty="0" smtClean="0"/>
              <a:t>?</a:t>
            </a:r>
            <a:endParaRPr lang="ru-RU" sz="2400" b="1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9774130" y="3717225"/>
            <a:ext cx="2358888" cy="1908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dirty="0" smtClean="0"/>
              <a:t>Как ты стремишься к своей мечте</a:t>
            </a:r>
            <a:r>
              <a:rPr lang="en-US" sz="2400" b="1" dirty="0" smtClean="0"/>
              <a:t>?</a:t>
            </a:r>
            <a:endParaRPr lang="ru-RU" sz="2400" b="1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7474225" y="3717225"/>
            <a:ext cx="2213113" cy="1908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b="1" dirty="0" smtClean="0"/>
              <a:t>Почему люди мечтают</a:t>
            </a:r>
            <a:r>
              <a:rPr lang="en-US" sz="2800" b="1" dirty="0" smtClean="0"/>
              <a:t>?</a:t>
            </a:r>
            <a:endParaRPr lang="ru-RU" sz="2800" b="1" dirty="0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5115338" y="3697350"/>
            <a:ext cx="2213113" cy="1908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b="1" dirty="0" smtClean="0"/>
              <a:t>Почему она мечтает об орле</a:t>
            </a:r>
            <a:r>
              <a:rPr lang="en-US" sz="2800" b="1" dirty="0" smtClean="0"/>
              <a:t>?</a:t>
            </a:r>
            <a:endParaRPr lang="ru-RU" sz="2800" b="1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5148467" y="1411352"/>
            <a:ext cx="2213113" cy="1908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0" b="1" dirty="0" smtClean="0"/>
              <a:t>1</a:t>
            </a:r>
            <a:endParaRPr lang="ru-RU" sz="8000" b="1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7480849" y="1411352"/>
            <a:ext cx="2213113" cy="1908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 smtClean="0"/>
              <a:t>2</a:t>
            </a:r>
            <a:endParaRPr lang="ru-RU" sz="8000" b="1" dirty="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9833112" y="1411351"/>
            <a:ext cx="2213113" cy="1908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0" b="1" dirty="0" smtClean="0"/>
              <a:t>3</a:t>
            </a:r>
            <a:endParaRPr lang="ru-RU" sz="8000" b="1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5088833" y="3697349"/>
            <a:ext cx="2213113" cy="1908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0" b="1" dirty="0" smtClean="0"/>
              <a:t>4</a:t>
            </a:r>
            <a:endParaRPr lang="ru-RU" sz="8000" b="1" dirty="0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7474224" y="3717225"/>
            <a:ext cx="2213113" cy="1908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0" b="1" dirty="0" smtClean="0"/>
              <a:t>5</a:t>
            </a:r>
            <a:endParaRPr lang="ru-RU" sz="8000" b="1" dirty="0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9774129" y="3717225"/>
            <a:ext cx="2358889" cy="1908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 smtClean="0"/>
              <a:t>6</a:t>
            </a:r>
            <a:endParaRPr lang="ru-RU" sz="8000" b="1" dirty="0"/>
          </a:p>
        </p:txBody>
      </p:sp>
    </p:spTree>
    <p:extLst>
      <p:ext uri="{BB962C8B-B14F-4D97-AF65-F5344CB8AC3E}">
        <p14:creationId xmlns:p14="http://schemas.microsoft.com/office/powerpoint/2010/main" val="323452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Graphic spid="2" grpId="1">
        <p:bldAsOne/>
      </p:bldGraphic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0" grpId="1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82</TotalTime>
  <Words>53</Words>
  <Application>Microsoft Office PowerPoint</Application>
  <PresentationFormat>Широкоэкранный</PresentationFormat>
  <Paragraphs>22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Ион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 c e r</dc:creator>
  <cp:lastModifiedBy>a c e r</cp:lastModifiedBy>
  <cp:revision>8</cp:revision>
  <dcterms:created xsi:type="dcterms:W3CDTF">2025-11-24T10:56:52Z</dcterms:created>
  <dcterms:modified xsi:type="dcterms:W3CDTF">2025-11-24T12:19:02Z</dcterms:modified>
</cp:coreProperties>
</file>