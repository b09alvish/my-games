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8" r:id="rId2"/>
    <p:sldId id="257" r:id="rId3"/>
    <p:sldId id="260" r:id="rId4"/>
    <p:sldId id="261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53" autoAdjust="0"/>
  </p:normalViewPr>
  <p:slideViewPr>
    <p:cSldViewPr snapToGrid="0">
      <p:cViewPr>
        <p:scale>
          <a:sx n="80" d="100"/>
          <a:sy n="80" d="100"/>
        </p:scale>
        <p:origin x="6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523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605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53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119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018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060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935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019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091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781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511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9BA2D7-1B2B-4C89-AB43-481EDC615F47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FEE9E4-1A3E-4307-8719-2475D07BEFB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51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313508"/>
            <a:ext cx="11808823" cy="49913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>
                <a:solidFill>
                  <a:srgbClr val="FF0000"/>
                </a:solidFill>
              </a:rPr>
              <a:t> </a:t>
            </a:r>
            <a:r>
              <a:rPr lang="ru-RU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Добро пожаловать    </a:t>
            </a:r>
            <a:br>
              <a:rPr lang="ru-RU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ru-RU" sz="9600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в игру </a:t>
            </a:r>
            <a:r>
              <a:rPr lang="en-US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“</a:t>
            </a:r>
            <a:r>
              <a:rPr lang="ru-RU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Поле чудес</a:t>
            </a:r>
            <a:r>
              <a:rPr lang="en-US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”</a:t>
            </a:r>
            <a:r>
              <a:rPr lang="ru-RU" sz="96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.</a:t>
            </a:r>
            <a:endParaRPr lang="ru-RU" sz="9600" b="1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6968" y="5094514"/>
            <a:ext cx="9172897" cy="1209501"/>
          </a:xfrm>
        </p:spPr>
        <p:txBody>
          <a:bodyPr>
            <a:noAutofit/>
          </a:bodyPr>
          <a:lstStyle/>
          <a:p>
            <a:r>
              <a:rPr lang="ru-RU" sz="4000" b="1" i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Учительница русского языка </a:t>
            </a:r>
            <a:r>
              <a:rPr lang="ru-RU" sz="4000" b="1" i="1" dirty="0" err="1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Нурдинова</a:t>
            </a:r>
            <a:r>
              <a:rPr lang="ru-RU" sz="4000" b="1" i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4000" b="1" i="1" dirty="0" err="1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Жыргал</a:t>
            </a:r>
            <a:r>
              <a:rPr lang="en-US" sz="4000" b="1" i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4000" b="1" i="1" dirty="0" err="1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мукашовна</a:t>
            </a:r>
            <a:endParaRPr lang="ru-RU" sz="4000" b="1" i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939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754" y="1233621"/>
            <a:ext cx="4637314" cy="395233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222" y="690154"/>
            <a:ext cx="4260669" cy="42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2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6219" y="474856"/>
            <a:ext cx="8516983" cy="679269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В каком городе родился </a:t>
            </a:r>
            <a:br>
              <a:rPr lang="ru-RU" sz="4000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ru-RU" sz="40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</a:t>
            </a:r>
            <a:r>
              <a:rPr lang="ru-RU" sz="40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И.А.Крылов</a:t>
            </a:r>
            <a:r>
              <a:rPr lang="ru-RU" sz="4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  <a:endParaRPr lang="ru-RU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21577" y="1619793"/>
            <a:ext cx="10058400" cy="2799323"/>
          </a:xfrm>
        </p:spPr>
        <p:txBody>
          <a:bodyPr>
            <a:normAutofit/>
          </a:bodyPr>
          <a:lstStyle/>
          <a:p>
            <a:r>
              <a:rPr lang="ru-RU" sz="9600" dirty="0" smtClean="0"/>
              <a:t>    Москва</a:t>
            </a:r>
            <a:endParaRPr lang="ru-RU" sz="9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82141" y="1796140"/>
            <a:ext cx="1136468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218609" y="1796140"/>
            <a:ext cx="587829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816235" y="1796140"/>
            <a:ext cx="522514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348546" y="1789609"/>
            <a:ext cx="574766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942907" y="1796140"/>
            <a:ext cx="574766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517673" y="1789610"/>
            <a:ext cx="705394" cy="953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527655" y="3802865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468181" y="384047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415247" y="381435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336175" y="381435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289764" y="382088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534195" y="441911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534195" y="502387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534195" y="5628640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Ъ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3487784" y="442564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Й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3494313" y="502387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7213963" y="382088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8151220" y="381435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Ё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9078688" y="381435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Ж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012676" y="382088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474721" y="5641700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Ы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415245" y="441258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4428310" y="502387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395645" y="561509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Ь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359032" y="4372670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5368834" y="4970902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5345970" y="556260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6283232" y="442564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6322425" y="501081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8147954" y="443217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9049291" y="441911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0012676" y="4432176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283230" y="557566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7223757" y="503693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</a:t>
            </a:r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7236821" y="5586065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8177345" y="5036938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</a:t>
            </a:r>
          </a:p>
        </p:txBody>
      </p:sp>
      <p:sp>
        <p:nvSpPr>
          <p:cNvPr id="42" name="Прямоугольник 41"/>
          <p:cNvSpPr/>
          <p:nvPr/>
        </p:nvSpPr>
        <p:spPr>
          <a:xfrm>
            <a:off x="8190411" y="5605661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9101543" y="4987839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Ш</a:t>
            </a:r>
            <a:endParaRPr lang="ru-RU" dirty="0"/>
          </a:p>
        </p:txBody>
      </p:sp>
      <p:sp>
        <p:nvSpPr>
          <p:cNvPr id="44" name="Прямоугольник 43"/>
          <p:cNvSpPr/>
          <p:nvPr/>
        </p:nvSpPr>
        <p:spPr>
          <a:xfrm>
            <a:off x="9117870" y="5575664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10032274" y="5000899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Щ</a:t>
            </a:r>
            <a:endParaRPr lang="ru-RU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10045329" y="5614615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4434839" y="2901904"/>
            <a:ext cx="297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F0000"/>
                </a:solidFill>
              </a:rPr>
              <a:t>Такой буквы нет</a:t>
            </a:r>
            <a:endParaRPr lang="ru-RU" sz="2800" dirty="0">
              <a:solidFill>
                <a:srgbClr val="FF0000"/>
              </a:solidFill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7197628" y="4451763"/>
            <a:ext cx="940526" cy="60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</a:t>
            </a: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3" y="851589"/>
            <a:ext cx="2266298" cy="2988885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611" y="627017"/>
            <a:ext cx="2266298" cy="298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0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1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xit" presetSubtype="0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4" grpId="1" animBg="1"/>
      <p:bldP spid="5" grpId="0" animBg="1"/>
      <p:bldP spid="6" grpId="0" animBg="1"/>
      <p:bldP spid="7" grpId="0" animBg="1"/>
      <p:bldP spid="8" grpId="0" animBg="1"/>
      <p:bldP spid="9" grpId="0" animBg="1"/>
      <p:bldP spid="48" grpId="0"/>
      <p:bldP spid="48" grpId="1"/>
      <p:bldP spid="48" grpId="2"/>
      <p:bldP spid="48" grpId="3"/>
      <p:bldP spid="48" grpId="4"/>
      <p:bldP spid="48" grpId="5"/>
      <p:bldP spid="48" grpId="6"/>
      <p:bldP spid="48" grpId="7"/>
      <p:bldP spid="48" grpId="8"/>
      <p:bldP spid="48" grpId="9"/>
      <p:bldP spid="48" grpId="10"/>
      <p:bldP spid="48" grpId="11"/>
      <p:bldP spid="48" grpId="12"/>
      <p:bldP spid="48" grpId="13"/>
      <p:bldP spid="48" grpId="14"/>
      <p:bldP spid="48" grpId="15"/>
      <p:bldP spid="48" grpId="16"/>
      <p:bldP spid="48" grpId="17"/>
      <p:bldP spid="48" grpId="18"/>
      <p:bldP spid="48" grpId="19"/>
      <p:bldP spid="48" grpId="20"/>
      <p:bldP spid="48" grpId="21"/>
      <p:bldP spid="48" grpId="22"/>
      <p:bldP spid="48" grpId="23"/>
      <p:bldP spid="48" grpId="24"/>
      <p:bldP spid="48" grpId="25"/>
      <p:bldP spid="48" grpId="26"/>
      <p:bldP spid="48" grpId="27"/>
      <p:bldP spid="48" grpId="28"/>
      <p:bldP spid="48" grpId="29"/>
      <p:bldP spid="48" grpId="30"/>
      <p:bldP spid="48" grpId="31"/>
      <p:bldP spid="48" grpId="32"/>
      <p:bldP spid="48" grpId="33"/>
      <p:bldP spid="48" grpId="34"/>
      <p:bldP spid="48" grpId="35"/>
      <p:bldP spid="48" grpId="36"/>
      <p:bldP spid="48" grpId="37"/>
      <p:bldP spid="48" grpId="38"/>
      <p:bldP spid="48" grpId="40"/>
      <p:bldP spid="48" grpId="41"/>
      <p:bldP spid="48" grpId="42"/>
      <p:bldP spid="48" grpId="43"/>
      <p:bldP spid="48" grpId="44"/>
      <p:bldP spid="48" grpId="45"/>
      <p:bldP spid="48" grpId="46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3120" y="287035"/>
            <a:ext cx="7654834" cy="706174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Кто помогал </a:t>
            </a:r>
            <a:r>
              <a:rPr lang="ru-RU" sz="36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И.А.Крылову</a:t>
            </a:r>
            <a:r>
              <a:rPr lang="ru-RU" sz="3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в </a:t>
            </a:r>
            <a:br>
              <a:rPr lang="ru-RU" sz="3600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ru-RU" sz="3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3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     учении?</a:t>
            </a:r>
            <a:endParaRPr lang="ru-RU" sz="3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6198" y="1266374"/>
            <a:ext cx="3161211" cy="1498357"/>
          </a:xfrm>
        </p:spPr>
        <p:txBody>
          <a:bodyPr>
            <a:noAutofit/>
          </a:bodyPr>
          <a:lstStyle/>
          <a:p>
            <a:r>
              <a:rPr lang="ru-RU" sz="7200" dirty="0" smtClean="0"/>
              <a:t>М а м а</a:t>
            </a:r>
            <a:endParaRPr lang="ru-RU" sz="7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31920" y="1244843"/>
            <a:ext cx="979714" cy="923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911634" y="1244843"/>
            <a:ext cx="757646" cy="923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669280" y="1244843"/>
            <a:ext cx="796834" cy="923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453050" y="1244843"/>
            <a:ext cx="770709" cy="923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724297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11234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24297" y="432380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711234" y="487244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Ъ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468880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174274" y="319042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931920" y="3200400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637314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355770" y="3219994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100354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Ё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6844936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Ж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563394" y="321346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7563392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7550331" y="431074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Щ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7563390" y="483978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62348" y="488550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Ы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226526" y="487244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Ь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958045" y="488550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702627" y="487244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5466805" y="487244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6198321" y="488550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6858000" y="4898572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2455817" y="3749040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Й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2455817" y="431074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3213463" y="3749040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3226525" y="431074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</a:t>
            </a:r>
            <a:endParaRPr lang="ru-RU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3971107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3918855" y="432380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4676501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5329644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087290" y="3788229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831872" y="376210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</a:t>
            </a:r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689561" y="431074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5303521" y="4310743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6074227" y="4369177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6792683" y="4323806"/>
            <a:ext cx="757646" cy="561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Ш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4180114" y="2418338"/>
            <a:ext cx="297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F0000"/>
                </a:solidFill>
              </a:rPr>
              <a:t>Такой буквы нет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395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1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grpId="5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5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xit" presetSubtype="0" fill="hold" grpId="5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5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5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5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5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46" grpId="0"/>
      <p:bldP spid="46" grpId="1"/>
      <p:bldP spid="46" grpId="2"/>
      <p:bldP spid="46" grpId="3"/>
      <p:bldP spid="46" grpId="4"/>
      <p:bldP spid="46" grpId="5"/>
      <p:bldP spid="46" grpId="6"/>
      <p:bldP spid="46" grpId="7"/>
      <p:bldP spid="46" grpId="8"/>
      <p:bldP spid="46" grpId="9"/>
      <p:bldP spid="46" grpId="10"/>
      <p:bldP spid="46" grpId="11"/>
      <p:bldP spid="46" grpId="12"/>
      <p:bldP spid="46" grpId="13"/>
      <p:bldP spid="46" grpId="14"/>
      <p:bldP spid="46" grpId="15"/>
      <p:bldP spid="46" grpId="16"/>
      <p:bldP spid="46" grpId="17"/>
      <p:bldP spid="46" grpId="18"/>
      <p:bldP spid="46" grpId="19"/>
      <p:bldP spid="46" grpId="20"/>
      <p:bldP spid="46" grpId="21"/>
      <p:bldP spid="46" grpId="22"/>
      <p:bldP spid="46" grpId="23"/>
      <p:bldP spid="46" grpId="24"/>
      <p:bldP spid="46" grpId="25"/>
      <p:bldP spid="46" grpId="26"/>
      <p:bldP spid="46" grpId="27"/>
      <p:bldP spid="46" grpId="28"/>
      <p:bldP spid="46" grpId="29"/>
      <p:bldP spid="46" grpId="30"/>
      <p:bldP spid="46" grpId="31"/>
      <p:bldP spid="46" grpId="32"/>
      <p:bldP spid="46" grpId="33"/>
      <p:bldP spid="46" grpId="34"/>
      <p:bldP spid="46" grpId="35"/>
      <p:bldP spid="46" grpId="36"/>
      <p:bldP spid="46" grpId="37"/>
      <p:bldP spid="46" grpId="38"/>
      <p:bldP spid="46" grpId="39"/>
      <p:bldP spid="46" grpId="40"/>
      <p:bldP spid="46" grpId="41"/>
      <p:bldP spid="46" grpId="42"/>
      <p:bldP spid="46" grpId="43"/>
      <p:bldP spid="46" grpId="44"/>
      <p:bldP spid="46" grpId="45"/>
      <p:bldP spid="46" grpId="47"/>
      <p:bldP spid="46" grpId="48"/>
      <p:bldP spid="46" grpId="49"/>
      <p:bldP spid="46" grpId="50"/>
      <p:bldP spid="46" grpId="51"/>
      <p:bldP spid="46" grpId="52"/>
      <p:bldP spid="46" grpId="53"/>
      <p:bldP spid="46" grpId="54"/>
      <p:bldP spid="46" grpId="55"/>
      <p:bldP spid="46" grpId="56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8983" y="0"/>
            <a:ext cx="10058400" cy="1005840"/>
          </a:xfrm>
        </p:spPr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Сколько лет Ягнёнку?</a:t>
            </a:r>
            <a:endParaRPr lang="ru-RU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80355" y="1311624"/>
            <a:ext cx="5564777" cy="1171786"/>
          </a:xfrm>
        </p:spPr>
        <p:txBody>
          <a:bodyPr>
            <a:normAutofit/>
          </a:bodyPr>
          <a:lstStyle/>
          <a:p>
            <a:r>
              <a:rPr lang="ru-RU" sz="6000" dirty="0" smtClean="0"/>
              <a:t>Н е т   и   г о д а</a:t>
            </a:r>
            <a:endParaRPr lang="ru-RU" sz="6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04013" y="1459657"/>
            <a:ext cx="757645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468190" y="1455316"/>
            <a:ext cx="548639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97236" y="1455316"/>
            <a:ext cx="496388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990012" y="1500535"/>
            <a:ext cx="496388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747659" y="1485775"/>
            <a:ext cx="496388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257110" y="1485774"/>
            <a:ext cx="496388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6766561" y="1480456"/>
            <a:ext cx="627016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7413516" y="1480455"/>
            <a:ext cx="627016" cy="88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802675" y="2890763"/>
            <a:ext cx="901338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730137" y="2903825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566157" y="2902668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415247" y="2903825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238208" y="2890762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074232" y="2890762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6923314" y="2909632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Ё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733217" y="2879633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Ж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556176" y="2890761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815736" y="3528904"/>
            <a:ext cx="901338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2730138" y="3553096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Й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513910" y="3540032"/>
            <a:ext cx="901337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4415247" y="3566159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5264332" y="3553096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6061167" y="3528903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6897191" y="3528903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707087" y="3498906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8530050" y="3551160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828798" y="4178174"/>
            <a:ext cx="901338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2717074" y="4182047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3553098" y="4180110"/>
            <a:ext cx="901337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4428310" y="4215430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</a:t>
            </a:r>
            <a:endParaRPr lang="ru-RU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5238202" y="4184439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6074229" y="416704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6910255" y="416704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7733211" y="415591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Ш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8582296" y="417817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Щ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1828799" y="4834699"/>
            <a:ext cx="901338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Ъ</a:t>
            </a:r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2717074" y="4829849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Ы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3559629" y="4814863"/>
            <a:ext cx="901337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Ь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4454434" y="4814863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5264332" y="4814862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</a:t>
            </a:r>
            <a:endParaRPr lang="ru-RU" dirty="0"/>
          </a:p>
        </p:txBody>
      </p:sp>
      <p:sp>
        <p:nvSpPr>
          <p:cNvPr id="44" name="Прямоугольник 43"/>
          <p:cNvSpPr/>
          <p:nvPr/>
        </p:nvSpPr>
        <p:spPr>
          <a:xfrm>
            <a:off x="6087292" y="4779539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6897191" y="480276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7733211" y="4797927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8569232" y="4820184"/>
            <a:ext cx="849085" cy="64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3855438" y="2339719"/>
            <a:ext cx="197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Такой буквы нет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318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8" grpId="0"/>
      <p:bldP spid="48" grpId="1"/>
      <p:bldP spid="48" grpId="2"/>
      <p:bldP spid="48" grpId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3406" y="496389"/>
            <a:ext cx="10058400" cy="966651"/>
          </a:xfrm>
        </p:spPr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Сколько братьев у Ягнёнка?</a:t>
            </a:r>
            <a:endParaRPr lang="ru-RU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10298" y="1763485"/>
            <a:ext cx="2913016" cy="1158723"/>
          </a:xfrm>
        </p:spPr>
        <p:txBody>
          <a:bodyPr>
            <a:normAutofit/>
          </a:bodyPr>
          <a:lstStyle/>
          <a:p>
            <a:r>
              <a:rPr lang="ru-RU" sz="7200" dirty="0" smtClean="0"/>
              <a:t>Н </a:t>
            </a:r>
            <a:r>
              <a:rPr lang="ru-RU" sz="7200" dirty="0" smtClean="0"/>
              <a:t>е т </a:t>
            </a:r>
            <a:endParaRPr lang="ru-RU" sz="7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22961" y="1853706"/>
            <a:ext cx="731521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854482" y="1839787"/>
            <a:ext cx="731521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593306" y="1831022"/>
            <a:ext cx="731521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351313" y="3302966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325187" y="3956108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351313" y="4596188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351312" y="5142892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Ъ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122022" y="3316028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122020" y="3926356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Й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122021" y="4501844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122021" y="5140955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Ы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3918856" y="3313843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892730" y="3924419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3912324" y="4533032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3918855" y="5130809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Ь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709159" y="3349900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715690" y="4561363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4702626" y="3974870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702625" y="517741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5499460" y="3336304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5486397" y="399191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5525589" y="4564660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5512525" y="5130809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Ю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6283230" y="333460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Е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6296293" y="3957280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6309360" y="461688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6296293" y="5126368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7080058" y="3349846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Ё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7106189" y="3966075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7876893" y="333460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Ж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8647604" y="333460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8647603" y="3991917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</a:t>
            </a:r>
          </a:p>
        </p:txBody>
      </p:sp>
      <p:sp>
        <p:nvSpPr>
          <p:cNvPr id="37" name="Прямоугольник 36"/>
          <p:cNvSpPr/>
          <p:nvPr/>
        </p:nvSpPr>
        <p:spPr>
          <a:xfrm>
            <a:off x="7916085" y="3944983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7106189" y="4608089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7093129" y="5121025"/>
            <a:ext cx="836030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7903024" y="4533031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Ш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7916085" y="5089384"/>
            <a:ext cx="796835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>
            <a:off x="8712920" y="4598557"/>
            <a:ext cx="731519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Щ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8725980" y="5089384"/>
            <a:ext cx="731519" cy="64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3912324" y="2740831"/>
            <a:ext cx="3392905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dirty="0">
                <a:solidFill>
                  <a:srgbClr val="FF0000"/>
                </a:solidFill>
              </a:rPr>
              <a:t>Такой буквы нет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673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Кто, по словам </a:t>
            </a:r>
            <a:r>
              <a:rPr lang="ru-RU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Волка,всегда</a:t>
            </a:r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</a:t>
            </a:r>
            <a:b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хочет ему зла?</a:t>
            </a:r>
            <a:endParaRPr lang="ru-RU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14354" y="1737360"/>
            <a:ext cx="3331029" cy="1250163"/>
          </a:xfrm>
        </p:spPr>
        <p:txBody>
          <a:bodyPr>
            <a:normAutofit/>
          </a:bodyPr>
          <a:lstStyle/>
          <a:p>
            <a:r>
              <a:rPr lang="ru-RU" sz="7200" dirty="0" smtClean="0"/>
              <a:t>О в ц ы</a:t>
            </a:r>
            <a:endParaRPr lang="ru-RU" sz="7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47006" y="1828803"/>
            <a:ext cx="875212" cy="757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8137" y="1828803"/>
            <a:ext cx="790302" cy="757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479868" y="1837136"/>
            <a:ext cx="581298" cy="757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072595" y="1826088"/>
            <a:ext cx="787037" cy="757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42754" y="321346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429691" y="385354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442754" y="4480561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442754" y="5146766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Ъ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265715" y="322652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252652" y="3866607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Й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265715" y="449362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265715" y="5146766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Ы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075613" y="3239590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062550" y="3853544"/>
            <a:ext cx="849087" cy="692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088674" y="513115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Ь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4911637" y="3249995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911637" y="384967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075613" y="454587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4927965" y="4514551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911636" y="5179423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5721535" y="3239590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5682346" y="3892732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5682346" y="4531483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5734597" y="5170233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6505307" y="3253980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492244" y="388166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6505306" y="453546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6544496" y="5184626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7289079" y="3249995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Ё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7276016" y="3879671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</a:t>
            </a:r>
            <a:endParaRPr lang="ru-RU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7302142" y="4545874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7276016" y="519901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8046725" y="3246010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Ж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8869686" y="3239590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8046725" y="386394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8085914" y="4489754"/>
            <a:ext cx="822961" cy="738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Ш</a:t>
            </a:r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8085915" y="522779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8830497" y="3863949"/>
            <a:ext cx="822961" cy="653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8830497" y="4545874"/>
            <a:ext cx="822961" cy="723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Щ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8908874" y="5184625"/>
            <a:ext cx="822961" cy="723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3830679" y="2646835"/>
            <a:ext cx="3298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>
                <a:solidFill>
                  <a:srgbClr val="FF0000"/>
                </a:solidFill>
              </a:rPr>
              <a:t>Такой буквы нет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33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44" grpId="0"/>
      <p:bldP spid="44" grpId="1"/>
    </p:bld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337</TotalTime>
  <Words>232</Words>
  <Application>Microsoft Office PowerPoint</Application>
  <PresentationFormat>Широкоэкранный</PresentationFormat>
  <Paragraphs>182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 Black</vt:lpstr>
      <vt:lpstr>Calibri</vt:lpstr>
      <vt:lpstr>Calibri Light</vt:lpstr>
      <vt:lpstr>Courier New</vt:lpstr>
      <vt:lpstr>Ретро</vt:lpstr>
      <vt:lpstr> Добро пожаловать      в игру “Поле чудес”.</vt:lpstr>
      <vt:lpstr>Презентация PowerPoint</vt:lpstr>
      <vt:lpstr>В каком городе родился          И.А.Крылов?</vt:lpstr>
      <vt:lpstr>Кто помогал И.А.Крылову в               учении?</vt:lpstr>
      <vt:lpstr>Сколько лет Ягнёнку?</vt:lpstr>
      <vt:lpstr>Сколько братьев у Ягнёнка?</vt:lpstr>
      <vt:lpstr>Кто, по словам Волка,всегда            хочет ему зла?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Добро пожаловать      в игру поле чудес.</dc:title>
  <dc:creator>admin</dc:creator>
  <cp:lastModifiedBy>admin</cp:lastModifiedBy>
  <cp:revision>33</cp:revision>
  <dcterms:created xsi:type="dcterms:W3CDTF">2024-11-23T13:15:56Z</dcterms:created>
  <dcterms:modified xsi:type="dcterms:W3CDTF">2024-11-26T13:01:58Z</dcterms:modified>
</cp:coreProperties>
</file>